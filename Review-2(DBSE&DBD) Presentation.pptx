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23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565F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457200"/>
            <a:ext cx="32918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</p:spPr>
      </p:sp>
      <p:pic>
        <p:nvPicPr>
          <p:cNvPr id="6" name="Image 0" descr="/home/claude/ppt_assets/klh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2356"/>
            <a:ext cx="2980944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7105" y="1481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67105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Y25  |  2026-2027  |  Trimester 4  |  Project Review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514600"/>
            <a:ext cx="107259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Multi-Vendor Campus Marketplace</a:t>
            </a:r>
            <a:endParaRPr lang="en-US" sz="4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Delivery Platform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1067105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web platform connecting campus vendors, students, and delivery agents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67105" y="4709160"/>
            <a:ext cx="1005840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371600" y="4864608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No: 10      Team No: 9      Guide: __________________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508760" y="5349240"/>
            <a:ext cx="2874264" cy="896112"/>
          </a:xfrm>
          <a:prstGeom prst="roundRect">
            <a:avLst>
              <a:gd name="adj" fmla="val 6122"/>
            </a:avLst>
          </a:prstGeom>
          <a:solidFill>
            <a:srgbClr val="F4FAF9"/>
          </a:solidFill>
          <a:ln/>
        </p:spPr>
      </p:sp>
      <p:sp>
        <p:nvSpPr>
          <p:cNvPr id="14" name="Text 11"/>
          <p:cNvSpPr/>
          <p:nvPr/>
        </p:nvSpPr>
        <p:spPr>
          <a:xfrm>
            <a:off x="1508760" y="5440680"/>
            <a:ext cx="2874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Bhardwaj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508760" y="5833872"/>
            <a:ext cx="2874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2520090182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57344" y="5349240"/>
            <a:ext cx="2874264" cy="896112"/>
          </a:xfrm>
          <a:prstGeom prst="roundRect">
            <a:avLst>
              <a:gd name="adj" fmla="val 6122"/>
            </a:avLst>
          </a:prstGeom>
          <a:solidFill>
            <a:srgbClr val="F4FAF9"/>
          </a:solidFill>
          <a:ln/>
        </p:spPr>
      </p:sp>
      <p:sp>
        <p:nvSpPr>
          <p:cNvPr id="17" name="Text 14"/>
          <p:cNvSpPr/>
          <p:nvPr/>
        </p:nvSpPr>
        <p:spPr>
          <a:xfrm>
            <a:off x="4657344" y="5440680"/>
            <a:ext cx="2874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Uday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657344" y="5833872"/>
            <a:ext cx="2874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2520090089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05928" y="5349240"/>
            <a:ext cx="2874264" cy="896112"/>
          </a:xfrm>
          <a:prstGeom prst="roundRect">
            <a:avLst>
              <a:gd name="adj" fmla="val 6122"/>
            </a:avLst>
          </a:prstGeom>
          <a:solidFill>
            <a:srgbClr val="F4FAF9"/>
          </a:solidFill>
          <a:ln/>
        </p:spPr>
      </p:sp>
      <p:sp>
        <p:nvSpPr>
          <p:cNvPr id="20" name="Text 17"/>
          <p:cNvSpPr/>
          <p:nvPr/>
        </p:nvSpPr>
        <p:spPr>
          <a:xfrm>
            <a:off x="7805928" y="5440680"/>
            <a:ext cx="2874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Chaitanya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805928" y="5833872"/>
            <a:ext cx="2874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2520090094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10048" cy="1920240"/>
          </a:xfrm>
          <a:prstGeom prst="roundRect">
            <a:avLst>
              <a:gd name="adj" fmla="val 2857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vendor access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reach campus vendors — stationery, cafeteria, print center, grocery — separately through calls or in-person visits.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1691640"/>
            <a:ext cx="5410048" cy="1920240"/>
          </a:xfrm>
          <a:prstGeom prst="roundRect">
            <a:avLst>
              <a:gd name="adj" fmla="val 2857"/>
            </a:avLst>
          </a:prstGeom>
          <a:solidFill>
            <a:srgbClr val="F4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6553048" y="1965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55304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7284568" y="1947672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digital channel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53048" y="260604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platform to browse, compare, and order from multiple vendors together.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5410048" cy="1920240"/>
          </a:xfrm>
          <a:prstGeom prst="roundRect">
            <a:avLst>
              <a:gd name="adj" fmla="val 2857"/>
            </a:avLst>
          </a:prstGeom>
          <a:solidFill>
            <a:srgbClr val="F4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1508760" y="4187952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inefficiency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484632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causes long wait times, order mismanagement, and missed revenue for small vendors.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78728" y="3931920"/>
            <a:ext cx="5410048" cy="1920240"/>
          </a:xfrm>
          <a:prstGeom prst="roundRect">
            <a:avLst>
              <a:gd name="adj" fmla="val 2857"/>
            </a:avLst>
          </a:prstGeom>
          <a:solidFill>
            <a:srgbClr val="F4FA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553048" y="4206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553048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7284568" y="4187952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vendor resources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53048" y="484632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vendors lack the resources or expertise to build their own e-commerce solutions.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DBSE &amp; DBD — Team 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118585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DBSE &amp; DBD — Team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1188720" y="1618488"/>
            <a:ext cx="4678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unified multi-vendor marketplace for campus goods and services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24448" y="16916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32444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010248" y="1618488"/>
            <a:ext cx="4678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one shared cart and checkout across multiple vendors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3108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1188720" y="3035808"/>
            <a:ext cx="4678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role-based access for students, vendors, and delivery agents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24448" y="31089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448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7010248" y="3035808"/>
            <a:ext cx="4678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real-time order tracking and secure online payments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45262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1188720" y="4453128"/>
            <a:ext cx="4678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vendor operations and reduce order fulfillment time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24448" y="45262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324448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30" dirty="0"/>
          </a:p>
        </p:txBody>
      </p:sp>
      <p:sp>
        <p:nvSpPr>
          <p:cNvPr id="24" name="Text 22"/>
          <p:cNvSpPr/>
          <p:nvPr/>
        </p:nvSpPr>
        <p:spPr>
          <a:xfrm>
            <a:off x="7010248" y="4453128"/>
            <a:ext cx="4678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vendors sales insight through an analytics dashboard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111858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platform where multiple campus vendors list and manage their own products and services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browse, compare, and place orders across vendors through a single unified cart and checkout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delivery-agent module handles pickup and drop-off of orders within the campus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Distributed, database-driven backend keeps data consistent across concurrent vendor transactions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order processing with efficient real-time inventory synchronization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DBSE &amp; DBD — Team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2331720" cy="1188720"/>
          </a:xfrm>
          <a:prstGeom prst="roundRect">
            <a:avLst>
              <a:gd name="adj" fmla="val 5385"/>
            </a:avLst>
          </a:prstGeom>
          <a:solidFill>
            <a:srgbClr val="F4FAF9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487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834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Web App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 / Vendor / Delivery UI)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34640" y="2843784"/>
            <a:ext cx="2095348" cy="256032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8" name="Shape 6"/>
          <p:cNvSpPr/>
          <p:nvPr/>
        </p:nvSpPr>
        <p:spPr>
          <a:xfrm>
            <a:off x="4929988" y="2377440"/>
            <a:ext cx="2331720" cy="1188720"/>
          </a:xfrm>
          <a:prstGeom prst="roundRect">
            <a:avLst>
              <a:gd name="adj" fmla="val 5385"/>
            </a:avLst>
          </a:prstGeom>
          <a:solidFill>
            <a:srgbClr val="028090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29988" y="2487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1428" y="2834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261708" y="2843784"/>
            <a:ext cx="2095348" cy="256032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9357055" y="2377440"/>
            <a:ext cx="2331720" cy="1188720"/>
          </a:xfrm>
          <a:prstGeom prst="roundRect">
            <a:avLst>
              <a:gd name="adj" fmla="val 5385"/>
            </a:avLst>
          </a:prstGeom>
          <a:solidFill>
            <a:srgbClr val="F4FAF9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57055" y="2487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48495" y="2834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/ MySQL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Database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794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Services (connected to Application Layer)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114800"/>
            <a:ext cx="2926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114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(Razorpay / Stripe)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32808" y="4114800"/>
            <a:ext cx="2926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4248" y="4114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(Firebase Cloud Messaging)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762695" y="4114800"/>
            <a:ext cx="2926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54135" y="4114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(JWT Role-based Access)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52578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architecture: presentation, application logic, and distributed data storage communicate over secure REST APIs.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DBSE &amp; DBD — Team 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/ Functionalities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15258" cy="1828800"/>
          </a:xfrm>
          <a:prstGeom prst="roundRect">
            <a:avLst>
              <a:gd name="adj" fmla="val 3000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Module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862072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and role-based access for students, vendors, delivery agents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8218" y="1691640"/>
            <a:ext cx="3515258" cy="1828800"/>
          </a:xfrm>
          <a:prstGeom prst="roundRect">
            <a:avLst>
              <a:gd name="adj" fmla="val 3000"/>
            </a:avLst>
          </a:prstGeom>
          <a:solidFill>
            <a:srgbClr val="F4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4566818" y="19202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6681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66818" y="25146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Module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66818" y="2862072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Product/service listing, inventory and order management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73517" y="1691640"/>
            <a:ext cx="3515258" cy="1828800"/>
          </a:xfrm>
          <a:prstGeom prst="roundRect">
            <a:avLst>
              <a:gd name="adj" fmla="val 3000"/>
            </a:avLst>
          </a:prstGeom>
          <a:solidFill>
            <a:srgbClr val="F4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402117" y="19202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402117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02117" y="25146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Order Module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02117" y="2862072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multi-vendor cart, checkout, and order lifecycle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794760"/>
            <a:ext cx="3515258" cy="1828800"/>
          </a:xfrm>
          <a:prstGeom prst="roundRect">
            <a:avLst>
              <a:gd name="adj" fmla="val 3000"/>
            </a:avLst>
          </a:prstGeom>
          <a:solidFill>
            <a:srgbClr val="F4FAF9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6177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Module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1520" y="4965192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assignment, pickup/drop-off, and status tracking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38218" y="3794760"/>
            <a:ext cx="3515258" cy="1828800"/>
          </a:xfrm>
          <a:prstGeom prst="roundRect">
            <a:avLst>
              <a:gd name="adj" fmla="val 3000"/>
            </a:avLst>
          </a:prstGeom>
          <a:solidFill>
            <a:srgbClr val="F4FA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566818" y="40233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566818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66818" y="46177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Module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66818" y="4965192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 gateway integration and transaction records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73517" y="3794760"/>
            <a:ext cx="3515258" cy="1828800"/>
          </a:xfrm>
          <a:prstGeom prst="roundRect">
            <a:avLst>
              <a:gd name="adj" fmla="val 3000"/>
            </a:avLst>
          </a:prstGeom>
          <a:solidFill>
            <a:srgbClr val="F4FAF9"/>
          </a:solidFill>
          <a:ln/>
        </p:spPr>
      </p:sp>
      <p:sp>
        <p:nvSpPr>
          <p:cNvPr id="30" name="Shape 28"/>
          <p:cNvSpPr/>
          <p:nvPr/>
        </p:nvSpPr>
        <p:spPr>
          <a:xfrm>
            <a:off x="8402117" y="40233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402117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02117" y="46177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Module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402117" y="4965192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 and insights for vendors and admin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DBSE &amp; DBD — Team 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1004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5410048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504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313432"/>
            <a:ext cx="50442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listing with search and category filters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691640"/>
            <a:ext cx="541004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8728" y="1691640"/>
            <a:ext cx="5410048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61608" y="1691640"/>
            <a:ext cx="504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61608" y="2313432"/>
            <a:ext cx="50442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selection for student, vendor, or delivery agent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931920"/>
            <a:ext cx="541004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931920"/>
            <a:ext cx="5410048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931920"/>
            <a:ext cx="504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4553712"/>
            <a:ext cx="50442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 form, order form, delivery details form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931920"/>
            <a:ext cx="541004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3931920"/>
            <a:ext cx="5410048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61608" y="3931920"/>
            <a:ext cx="504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61608" y="4553712"/>
            <a:ext cx="50442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history, vendor sales view, delivery task list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DBSE &amp; DBD — Team 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Implementation — Screenshots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15258" cy="3017520"/>
          </a:xfrm>
          <a:prstGeom prst="roundRect">
            <a:avLst>
              <a:gd name="adj" fmla="val 181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940509" y="27889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940509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to be inserted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29768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8218" y="1783080"/>
            <a:ext cx="3515258" cy="3017520"/>
          </a:xfrm>
          <a:prstGeom prst="roundRect">
            <a:avLst>
              <a:gd name="adj" fmla="val 181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775808" y="27889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775808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4521098" y="361188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to be inserted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1098" y="429768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Registration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73517" y="1783080"/>
            <a:ext cx="3515258" cy="3017520"/>
          </a:xfrm>
          <a:prstGeom prst="roundRect">
            <a:avLst>
              <a:gd name="adj" fmla="val 181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9611106" y="27889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9611106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8356397" y="361188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to be inserted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56397" y="429768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50749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Replace placeholders with live application screenshots before submission — every screen shown must reflect actual working progress.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DBSE &amp; DBD — Team 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76E7B7B-D351-505A-EF41-9D92057AF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71" y="1783080"/>
            <a:ext cx="3869987" cy="30175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8993FCA-2D38-FC02-C53F-ECB5B2950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8827" y="1707501"/>
            <a:ext cx="3627139" cy="309309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DCEBF1B-69C1-65B1-85A9-5F25EFFD50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0045" y="1707500"/>
            <a:ext cx="3939685" cy="33674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111858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entities: User, Vendor, Product, Order, OrderItem, Delivery, Payment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normalized up to 3NF to minimize data redundancy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Foreign-key relationships link orders to users, vendors, and products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database approach supports concurrent multi-vendor transactions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on frequently queried fields (user_id, vendor_id, order_id) for fast retrieval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DBSE &amp; DBD — Team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1636776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3677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80760" y="1636776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080760" y="163677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098280" y="1636776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9098280" y="163677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054096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01565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5409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3054096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305409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3054096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305409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98280" y="3054096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9098280" y="305409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471416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7141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737360" y="2295144"/>
            <a:ext cx="0" cy="758952"/>
          </a:xfrm>
          <a:prstGeom prst="line">
            <a:avLst/>
          </a:prstGeom>
          <a:noFill/>
          <a:ln w="19050">
            <a:solidFill>
              <a:srgbClr val="6B7B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2537460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3383280"/>
            <a:ext cx="868680" cy="0"/>
          </a:xfrm>
          <a:prstGeom prst="line">
            <a:avLst/>
          </a:prstGeom>
          <a:noFill/>
          <a:ln w="19050">
            <a:solidFill>
              <a:srgbClr val="6B7B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91740" y="3063240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3383280"/>
            <a:ext cx="868680" cy="0"/>
          </a:xfrm>
          <a:prstGeom prst="line">
            <a:avLst/>
          </a:prstGeom>
          <a:noFill/>
          <a:ln w="19050">
            <a:solidFill>
              <a:srgbClr val="6B7B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97780" y="3063240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49440" y="2295144"/>
            <a:ext cx="0" cy="758952"/>
          </a:xfrm>
          <a:prstGeom prst="line">
            <a:avLst/>
          </a:prstGeom>
          <a:noFill/>
          <a:ln w="19050">
            <a:solidFill>
              <a:srgbClr val="6B7B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537460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966960" y="2295144"/>
            <a:ext cx="0" cy="758952"/>
          </a:xfrm>
          <a:prstGeom prst="line">
            <a:avLst/>
          </a:prstGeom>
          <a:noFill/>
          <a:ln w="19050">
            <a:solidFill>
              <a:srgbClr val="6B7B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0" y="2537460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737360" y="3712464"/>
            <a:ext cx="0" cy="758952"/>
          </a:xfrm>
          <a:prstGeom prst="line">
            <a:avLst/>
          </a:prstGeom>
          <a:noFill/>
          <a:ln w="19050">
            <a:solidFill>
              <a:srgbClr val="6B7B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3954780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737360" y="3712464"/>
            <a:ext cx="0" cy="256032"/>
          </a:xfrm>
          <a:prstGeom prst="line">
            <a:avLst/>
          </a:prstGeom>
          <a:noFill/>
          <a:ln w="19050">
            <a:solidFill>
              <a:srgbClr val="6B7B7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37360" y="3968496"/>
            <a:ext cx="8229600" cy="0"/>
          </a:xfrm>
          <a:prstGeom prst="line">
            <a:avLst/>
          </a:prstGeom>
          <a:noFill/>
          <a:ln w="19050">
            <a:solidFill>
              <a:srgbClr val="6B7B7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66960" y="3712464"/>
            <a:ext cx="0" cy="256032"/>
          </a:xfrm>
          <a:prstGeom prst="line">
            <a:avLst/>
          </a:prstGeom>
          <a:noFill/>
          <a:ln w="19050">
            <a:solidFill>
              <a:srgbClr val="6B7B7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3648456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fulfilled by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DBSE &amp; DBD — Team 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Tables / Schema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5855" cy="387705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08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1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 (PK), name, email, role, password_hash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1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vendor_id (PK), name, category, location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1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 (PK), vendor_id (FK), name, price, stock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1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 (PK), user_id (FK), status, total_amount, created_at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1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order_item_id (PK), order_id (FK), product_id (FK), quantity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1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delivery_id (PK), order_id (FK), agent_id (FK),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15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payment_id (PK), order_id (FK), amount, method,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DBSE &amp; DBD — Team 9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Database Records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Products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85855" cy="1353312"/>
        </p:xfrm>
        <a:graphic>
          <a:graphicData uri="http://schemas.openxmlformats.org/drawingml/2006/table">
            <a:tbl>
              <a:tblPr/>
              <a:tblGrid>
                <a:gridCol w="2237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7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71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71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71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(₹)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(200pg)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Stationery 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 Meal Combo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 Cafeteria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Printout (B/W)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Center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Orders</a:t>
            </a:r>
            <a:endParaRPr lang="en-US" sz="14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77640"/>
          <a:ext cx="11185855" cy="1014984"/>
        </p:xfrm>
        <a:graphic>
          <a:graphicData uri="http://schemas.openxmlformats.org/drawingml/2006/table">
            <a:tbl>
              <a:tblPr/>
              <a:tblGrid>
                <a:gridCol w="2237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7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71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71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71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total_amount (₹)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2026-09-02 12:41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2026-09-03 09:15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534924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shown for illustration; actual values will be populated from the working database during the demo.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DBSE &amp; DBD — Team 9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Progress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85855" cy="521208"/>
          </a:xfrm>
          <a:prstGeom prst="roundRect">
            <a:avLst>
              <a:gd name="adj" fmla="val 8772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06524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737360"/>
            <a:ext cx="7589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&amp; abstract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77095" y="1737360"/>
            <a:ext cx="1828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395728"/>
            <a:ext cx="11185855" cy="521208"/>
          </a:xfrm>
          <a:prstGeom prst="roundRect">
            <a:avLst>
              <a:gd name="adj" fmla="val 8772"/>
            </a:avLst>
          </a:prstGeom>
          <a:solidFill>
            <a:srgbClr val="F4FAF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564892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395728"/>
            <a:ext cx="7589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schema design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77095" y="2395728"/>
            <a:ext cx="1828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054096"/>
            <a:ext cx="11185855" cy="521208"/>
          </a:xfrm>
          <a:prstGeom prst="roundRect">
            <a:avLst>
              <a:gd name="adj" fmla="val 8772"/>
            </a:avLst>
          </a:prstGeom>
          <a:solidFill>
            <a:srgbClr val="F4FAF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223260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054096"/>
            <a:ext cx="7589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wireframes (home, login, dashboard)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77095" y="3054096"/>
            <a:ext cx="1828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712464"/>
            <a:ext cx="11185855" cy="521208"/>
          </a:xfrm>
          <a:prstGeom prst="roundRect">
            <a:avLst>
              <a:gd name="adj" fmla="val 8772"/>
            </a:avLst>
          </a:prstGeom>
          <a:solidFill>
            <a:srgbClr val="F4FA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881628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712464"/>
            <a:ext cx="7589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 API development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77095" y="3712464"/>
            <a:ext cx="1828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370832"/>
            <a:ext cx="11185855" cy="521208"/>
          </a:xfrm>
          <a:prstGeom prst="roundRect">
            <a:avLst>
              <a:gd name="adj" fmla="val 8772"/>
            </a:avLst>
          </a:prstGeom>
          <a:solidFill>
            <a:srgbClr val="F4FAF9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539996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370832"/>
            <a:ext cx="7589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&amp; product modules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77095" y="4370832"/>
            <a:ext cx="1828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5029200"/>
            <a:ext cx="11185855" cy="521208"/>
          </a:xfrm>
          <a:prstGeom prst="roundRect">
            <a:avLst>
              <a:gd name="adj" fmla="val 8772"/>
            </a:avLst>
          </a:prstGeom>
          <a:solidFill>
            <a:srgbClr val="F4FAF9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5198364"/>
            <a:ext cx="182880" cy="182880"/>
          </a:xfrm>
          <a:prstGeom prst="ellipse">
            <a:avLst/>
          </a:prstGeom>
          <a:solidFill>
            <a:srgbClr val="C9D3D1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5029200"/>
            <a:ext cx="7589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77095" y="5029200"/>
            <a:ext cx="1828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DBSE &amp; DBD — Team 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/ Issues Faced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111858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concurrent orders placed across multiple vendors without data conflicts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schema that cleanly supports multi-vendor, multi-item orders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real-time logic to assign the nearest available delivery agent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secure, role-based access control across student, vendor, and agent roles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inventory synchronized in real time as orders are placed and updated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DBSE &amp; DBD — Team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111858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remaining backend APIs and integrate the payment gateway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real-time order and delivery notifications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vendor-facing analytics and sales dashboard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out unit, integration, and user-acceptance testing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platform for a pilot run within the campus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DBSE &amp; DBD — Team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15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669280" cy="56692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5120640" cy="5120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486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Bridging Campus Vendors and Students, Digitally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111858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Multi-Vendor Campus Marketplace &amp; Delivery Platform unifies fragmented vendor access into one convenient, reliable system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students a single place to browse, order, and track purchases across every campus vendor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distributed, database-driven backend keeps the platform consistent, scalable, and ready to grow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greater convenience for students and stronger visibility and revenue for campus vendors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585216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 &amp; Discussion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DBSE &amp; DBD — Team 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Multi-Vendor_Campus_Marketplace_Review2_Team9</Template>
  <TotalTime>1</TotalTime>
  <Words>1215</Words>
  <Application>Microsoft Office PowerPoint</Application>
  <PresentationFormat>Widescreen</PresentationFormat>
  <Paragraphs>272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Veluvarthi Bhardwaj</dc:creator>
  <cp:lastModifiedBy>Veluvarthi Bhardwaj</cp:lastModifiedBy>
  <cp:revision>1</cp:revision>
  <dcterms:created xsi:type="dcterms:W3CDTF">2026-09-09T09:53:33Z</dcterms:created>
  <dcterms:modified xsi:type="dcterms:W3CDTF">2026-09-09T15:46:45Z</dcterms:modified>
</cp:coreProperties>
</file>