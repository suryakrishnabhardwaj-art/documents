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C4A6B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3C4A6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ppt/icons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914400"/>
            <a:ext cx="384048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00200" y="1143000"/>
            <a:ext cx="548640" cy="548640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7" name="Image 1" descr="/home/claude/ppt/icons/bicy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2801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PROJECT PRESENTATION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Multi-Vendor Campus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&amp; Delivery Platform</a:t>
            </a:r>
            <a:endParaRPr lang="en-US" sz="4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7091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digital platform connecting campus vendors, students and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campus-based delivery partners for seamless ordering and fulfilment.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562356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Academic Year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Students Face on Campus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4008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856232"/>
            <a:ext cx="5760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visit or contact each campus vendor separately - canteen, stationery, printout shop, laundry - with no single point of ordering.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rely on informal channels such as walk-ins and WhatsApp groups, causing missed and delayed orders.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tracking exists for order status or delivery, leaving students uncertain about pickup or drop times.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transactions are common, with no unified digital payment or billing record.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have no dashboard to manage inventory, orders or earnings, limiting growth and visibility.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69480" y="1600200"/>
            <a:ext cx="4370832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8503920" y="21488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home/claude/ppt/icons/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Ordering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vendors, no common</a:t>
            </a:r>
            <a:endParaRPr lang="en-US" sz="12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no real-time visibility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09560" y="4617720"/>
            <a:ext cx="3108960" cy="0"/>
          </a:xfrm>
          <a:prstGeom prst="line">
            <a:avLst/>
          </a:prstGeom>
          <a:noFill/>
          <a:ln w="12700">
            <a:solidFill>
              <a:srgbClr val="3C4A6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52360" y="47731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average student contacts 3+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separately for daily needs"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stor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Ordering Happens Today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8" name="Image 1" descr="/home/claude/ppt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1122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929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In-Person Ordering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physically visit each vendor or call/message them individually.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1965960"/>
            <a:ext cx="566928" cy="566928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13" name="Image 2" descr="/home/claude/ppt/icons/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1122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69480" y="1929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Disconnected Communication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use personal phones and WhatsApp groups with no order structure.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18" name="Image 3" descr="/home/claude/ppt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525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169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 Tracking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visibility into order status, preparation, or delivery time.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63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4206240"/>
            <a:ext cx="566928" cy="566928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23" name="Image 4" descr="/home/claude/ppt/icons/c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435254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69480" y="4169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Cash-Dependent Payments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653796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transactions are cash-only, with no digital record or receipts.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Marketplace &amp; Delivery Platform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mobile/web platform that connects campus vendors, students and student delivery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- enabling ordering, tracking and payment in one place.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1440180" y="2834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/home/claude/ppt/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92" y="304495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App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vendors, place orders, pay digitally, track live status.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172968" y="4187952"/>
            <a:ext cx="219456" cy="219456"/>
          </a:xfrm>
          <a:prstGeom prst="rightArrow">
            <a:avLst/>
          </a:prstGeom>
          <a:solidFill>
            <a:srgbClr val="C8860D"/>
          </a:solidFill>
          <a:ln/>
        </p:spPr>
      </p:sp>
      <p:sp>
        <p:nvSpPr>
          <p:cNvPr id="14" name="Shape 10"/>
          <p:cNvSpPr/>
          <p:nvPr/>
        </p:nvSpPr>
        <p:spPr>
          <a:xfrm>
            <a:off x="3410712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3C4A6B"/>
          </a:solidFill>
          <a:ln/>
        </p:spPr>
      </p:sp>
      <p:sp>
        <p:nvSpPr>
          <p:cNvPr id="15" name="Shape 11"/>
          <p:cNvSpPr/>
          <p:nvPr/>
        </p:nvSpPr>
        <p:spPr>
          <a:xfrm>
            <a:off x="4302252" y="2834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/home/claude/ppt/icons/sto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564" y="304495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593592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593592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Dashboard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3639312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menu/inventory, accept orders, view earnings.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35040" y="4187952"/>
            <a:ext cx="219456" cy="219456"/>
          </a:xfrm>
          <a:prstGeom prst="rightArrow">
            <a:avLst/>
          </a:prstGeom>
          <a:solidFill>
            <a:srgbClr val="C8860D"/>
          </a:solidFill>
          <a:ln/>
        </p:spPr>
      </p:sp>
      <p:sp>
        <p:nvSpPr>
          <p:cNvPr id="21" name="Shape 16"/>
          <p:cNvSpPr/>
          <p:nvPr/>
        </p:nvSpPr>
        <p:spPr>
          <a:xfrm>
            <a:off x="6272784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164324" y="2834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3" descr="/home/claude/ppt/icons/bicy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636" y="304495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55664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455664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Partner App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6501384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nearby orders and deliver within campus.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897112" y="4187952"/>
            <a:ext cx="219456" cy="219456"/>
          </a:xfrm>
          <a:prstGeom prst="rightArrow">
            <a:avLst/>
          </a:prstGeom>
          <a:solidFill>
            <a:srgbClr val="C8860D"/>
          </a:solidFill>
          <a:ln/>
        </p:spPr>
      </p:sp>
      <p:sp>
        <p:nvSpPr>
          <p:cNvPr id="28" name="Shape 22"/>
          <p:cNvSpPr/>
          <p:nvPr/>
        </p:nvSpPr>
        <p:spPr>
          <a:xfrm>
            <a:off x="9134856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3C4A6B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26396" y="2834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0" name="Image 4" descr="/home/claude/ppt/icons/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6708" y="304495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17736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317736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Notifications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9363456" y="448056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updates at every stage, end to end.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Aims to Achieve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293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1" descr="/home/claude/ppt/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57400"/>
            <a:ext cx="246888" cy="246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04672" y="25328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8986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platform bringing multiple campus vendors online.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70832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26864" y="19293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/home/claude/ppt/icons/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7400"/>
            <a:ext cx="246888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26864" y="25328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Order Tracking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626864" y="28986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status from order placement to delivery.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93024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49056" y="19293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/home/claude/ppt/icons/c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057400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49056" y="253288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Digital Payments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8986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reliable payment gateway for cashless transactions.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416966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3" name="Image 4" descr="/home/claude/ppt/icons/bicyc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297680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4672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Management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804672" y="513892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and manage student delivery partners efficiently.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70832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26864" y="416966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8" name="Image 5" descr="/home/claude/ppt/icons/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297680"/>
            <a:ext cx="246888" cy="24688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626864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Analytics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626864" y="513892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vendors dashboards for orders, sales and inventory.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93024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49056" y="416966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3" name="Image 6" descr="/home/claude/ppt/icons/shiel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297680"/>
            <a:ext cx="246888" cy="24688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449056" y="477316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&amp; Secure Access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513892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secure login and role-based access for all users.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What Is In and Out of Scope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EAF7EE"/>
          </a:solidFill>
          <a:ln w="12700">
            <a:solidFill>
              <a:srgbClr val="BFE6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146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of campus vendors (canteen, stationery, printout, laundry, etc.)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registration, browsing, cart and order placement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assignment to campus delivery partners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status tracking and notifications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integration and order history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and admin dashboards for order/inventory management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45920"/>
            <a:ext cx="5468112" cy="3429000"/>
          </a:xfrm>
          <a:prstGeom prst="roundRect">
            <a:avLst>
              <a:gd name="adj" fmla="val 2133"/>
            </a:avLst>
          </a:prstGeom>
          <a:solidFill>
            <a:srgbClr val="FCEBEA"/>
          </a:solidFill>
          <a:ln w="12700">
            <a:solidFill>
              <a:srgbClr val="F3C2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−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1993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51460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outside the campus premises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Multi-city or multi-campus expansion (initial version)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sourcing/procurement for vendors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 or demand forecasting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4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logistics integration beyond campus staff/students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pic>
        <p:nvPicPr>
          <p:cNvPr id="17" name="Image 1" descr="/home/claude/ppt/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50468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280160" y="5257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focuses on defining scope boundaries - later reviews will expand functionality within the in-scope list above.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IDENTIFICATION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Technology Stack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804672" y="1947672"/>
            <a:ext cx="530352" cy="530352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8" name="Image 1" descr="/home/claude/ppt/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084832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65176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(Web) / Flutter (Mobile App)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70832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4626864" y="1947672"/>
            <a:ext cx="530352" cy="530352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13" name="Image 2" descr="/home/claude/ppt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0848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0952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626864" y="265176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with Express.js REST APIs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93024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8449056" y="1947672"/>
            <a:ext cx="530352" cy="530352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18" name="Image 3" descr="/home/claude/ppt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20848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53144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449056" y="265176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C4A6B"/>
          </a:solidFill>
          <a:ln/>
        </p:spPr>
      </p:sp>
      <p:sp>
        <p:nvSpPr>
          <p:cNvPr id="22" name="Shape 16"/>
          <p:cNvSpPr/>
          <p:nvPr/>
        </p:nvSpPr>
        <p:spPr>
          <a:xfrm>
            <a:off x="804672" y="4187952"/>
            <a:ext cx="530352" cy="530352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23" name="Image 4" descr="/home/claude/ppt/icons/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32511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0876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&amp; Cloud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04672" y="48920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Firebase for hosting &amp; storage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70832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C4A6B"/>
          </a:solidFill>
          <a:ln/>
        </p:spPr>
      </p:sp>
      <p:sp>
        <p:nvSpPr>
          <p:cNvPr id="27" name="Shape 20"/>
          <p:cNvSpPr/>
          <p:nvPr/>
        </p:nvSpPr>
        <p:spPr>
          <a:xfrm>
            <a:off x="4626864" y="4187952"/>
            <a:ext cx="530352" cy="530352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28" name="Image 5" descr="/home/claude/ppt/icons/car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4325112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330952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4626864" y="48920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payment gateway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193024" y="39319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3C4A6B"/>
          </a:solidFill>
          <a:ln/>
        </p:spPr>
      </p:sp>
      <p:sp>
        <p:nvSpPr>
          <p:cNvPr id="32" name="Shape 24"/>
          <p:cNvSpPr/>
          <p:nvPr/>
        </p:nvSpPr>
        <p:spPr>
          <a:xfrm>
            <a:off x="8449056" y="4187952"/>
            <a:ext cx="530352" cy="530352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33" name="Image 6" descr="/home/claude/ppt/icons/ma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216" y="4325112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153144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&amp; Tracking</a:t>
            </a:r>
            <a:endParaRPr lang="en-US" sz="1500" dirty="0"/>
          </a:p>
        </p:txBody>
      </p:sp>
      <p:sp>
        <p:nvSpPr>
          <p:cNvPr id="35" name="Text 26"/>
          <p:cNvSpPr txBox="1"/>
          <p:nvPr/>
        </p:nvSpPr>
        <p:spPr>
          <a:xfrm>
            <a:off x="8449056" y="48920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for live delivery tracking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ppt/icons/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ARCHITECTURE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31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071116" y="1737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pic>
        <p:nvPicPr>
          <p:cNvPr id="7" name="Image 1" descr="/home/claude/ppt/icons/mob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84" y="19933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756916" y="17373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159252" y="2660904"/>
            <a:ext cx="201168" cy="256032"/>
          </a:xfrm>
          <a:prstGeom prst="downArrow">
            <a:avLst/>
          </a:prstGeom>
          <a:solidFill>
            <a:srgbClr val="3C4A6B"/>
          </a:solidFill>
          <a:ln/>
        </p:spPr>
      </p:sp>
      <p:sp>
        <p:nvSpPr>
          <p:cNvPr id="10" name="Shape 6"/>
          <p:cNvSpPr/>
          <p:nvPr/>
        </p:nvSpPr>
        <p:spPr>
          <a:xfrm>
            <a:off x="4905756" y="1737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pic>
        <p:nvPicPr>
          <p:cNvPr id="11" name="Image 2" descr="/home/claude/ppt/icons/sto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199339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91556" y="17373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App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93892" y="2660904"/>
            <a:ext cx="201168" cy="256032"/>
          </a:xfrm>
          <a:prstGeom prst="downArrow">
            <a:avLst/>
          </a:prstGeom>
          <a:solidFill>
            <a:srgbClr val="3C4A6B"/>
          </a:solidFill>
          <a:ln/>
        </p:spPr>
      </p:sp>
      <p:sp>
        <p:nvSpPr>
          <p:cNvPr id="14" name="Shape 9"/>
          <p:cNvSpPr/>
          <p:nvPr/>
        </p:nvSpPr>
        <p:spPr>
          <a:xfrm>
            <a:off x="7740396" y="173736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pic>
        <p:nvPicPr>
          <p:cNvPr id="15" name="Image 3" descr="/home/claude/ppt/icons/bicy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564" y="1993392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426196" y="17373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828532" y="2660904"/>
            <a:ext cx="201168" cy="256032"/>
          </a:xfrm>
          <a:prstGeom prst="downArrow">
            <a:avLst/>
          </a:prstGeom>
          <a:solidFill>
            <a:srgbClr val="3C4A6B"/>
          </a:solidFill>
          <a:ln/>
        </p:spPr>
      </p:sp>
      <p:sp>
        <p:nvSpPr>
          <p:cNvPr id="18" name="Shape 12"/>
          <p:cNvSpPr/>
          <p:nvPr/>
        </p:nvSpPr>
        <p:spPr>
          <a:xfrm>
            <a:off x="2071116" y="2990088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96167"/>
          </a:solidFill>
          <a:ln/>
        </p:spPr>
      </p:sp>
      <p:pic>
        <p:nvPicPr>
          <p:cNvPr id="19" name="Image 4" descr="/home/claude/ppt/icons/serv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5436" y="32461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94076" y="299008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  -  REST API Gateway  (Node.js / Express)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5993892" y="3913632"/>
            <a:ext cx="201168" cy="256032"/>
          </a:xfrm>
          <a:prstGeom prst="downArrow">
            <a:avLst/>
          </a:prstGeom>
          <a:solidFill>
            <a:srgbClr val="3C4A6B"/>
          </a:solidFill>
          <a:ln/>
        </p:spPr>
      </p:sp>
      <p:sp>
        <p:nvSpPr>
          <p:cNvPr id="22" name="Shape 15"/>
          <p:cNvSpPr/>
          <p:nvPr/>
        </p:nvSpPr>
        <p:spPr>
          <a:xfrm>
            <a:off x="589788" y="4242816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C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1595628" y="4379976"/>
            <a:ext cx="548640" cy="548640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24" name="Image 5" descr="/home/claude/ppt/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2788" y="451713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1228" y="4956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3406140" y="4242816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C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11980" y="4379976"/>
            <a:ext cx="548640" cy="548640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28" name="Image 6" descr="/home/claude/ppt/icons/car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140" y="4517136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497580" y="4956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222492" y="4242816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C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228332" y="4379976"/>
            <a:ext cx="548640" cy="548640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32" name="Image 7" descr="/home/claude/ppt/icons/bell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5492" y="4517136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313932" y="4956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9038844" y="4242816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DCEE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10044684" y="4379976"/>
            <a:ext cx="548640" cy="548640"/>
          </a:xfrm>
          <a:prstGeom prst="ellipse">
            <a:avLst/>
          </a:prstGeom>
          <a:solidFill>
            <a:srgbClr val="3C4A6B"/>
          </a:solidFill>
          <a:ln/>
        </p:spPr>
      </p:sp>
      <p:pic>
        <p:nvPicPr>
          <p:cNvPr id="36" name="Image 8" descr="/home/claude/ppt/icons/map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1844" y="4517136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130284" y="4956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/ Location API</a:t>
            </a:r>
            <a:endParaRPr lang="en-US" sz="1150" dirty="0"/>
          </a:p>
        </p:txBody>
      </p:sp>
      <p:sp>
        <p:nvSpPr>
          <p:cNvPr id="38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39" name="Text 28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3C4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389120"/>
            <a:ext cx="3657600" cy="3657600"/>
          </a:xfrm>
          <a:prstGeom prst="ellipse">
            <a:avLst/>
          </a:prstGeom>
          <a:solidFill>
            <a:srgbClr val="3C4A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C8860D"/>
          </a:solidFill>
          <a:ln/>
        </p:spPr>
      </p:sp>
      <p:pic>
        <p:nvPicPr>
          <p:cNvPr id="5" name="Image 0" descr="/home/claude/ppt/icons/f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949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22960" y="1737360"/>
            <a:ext cx="10515600" cy="4206240"/>
          </a:xfrm>
          <a:prstGeom prst="roundRect">
            <a:avLst>
              <a:gd name="adj" fmla="val 2174"/>
            </a:avLst>
          </a:prstGeom>
          <a:solidFill>
            <a:srgbClr val="252C5C"/>
          </a:solidFill>
          <a:ln w="12700">
            <a:solidFill>
              <a:srgbClr val="3B448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88720" y="2057400"/>
            <a:ext cx="9784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Multi-Vendor Campus Marketplace &amp; Delivery Platform is a unified digital solution designed to connect students, campus vendors and delivery partners on a single system. It addresses the lack of a centralized ordering channel by allowing multiple vendors - such as canteens, stationery shops, printout centers and laundry services - to list their offerings and manage orders through one dashboard.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E4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browse vendors, place orders and make secure digital payments through a single app, while campus-based delivery partners handle order pickup and drop-off with real-time status tracking. The platform aims to replace manual, fragmented ordering with an efficient, transparent and scalable system suitable for a campus environment.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0085832" y="6473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3C4A6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53035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/home/claude/ppt/icons/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5532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 Welcome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54396" y="425196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Campus Marketplace &amp; Delivery Platform  |  Review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2026-09-11T07:02:04Z</dcterms:created>
  <dcterms:modified xsi:type="dcterms:W3CDTF">2026-09-11T07:02:04Z</dcterms:modified>
</cp:coreProperties>
</file>